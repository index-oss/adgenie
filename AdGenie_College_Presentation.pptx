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56032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AdGenie: AI-Powered Recommendations</a:t>
            </a:r>
            <a:br/>
            <a:r>
              <a:t>&amp; Regional Ad Generation API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Transforming Generic E-Commerce into High-Converting, Vernacular-First Smart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Students: Mohit Sharma (24020003019)  |  Rohit Gupta (24020003028)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Project Guides: Ms. Shikha Arora &amp; Ms. Anushree (Assistant Professors)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Department of Computer Science &amp; Engineering</a:t>
            </a:r>
            <a:br/>
            <a:r>
              <a:t>Satyug Darshan Institute of Engineering &amp; Technology (Affiliated to J.C. Bose UST, YMCA)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THE REAL-WORLD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Real-Life Problem: The 'Ramesh Uncle'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👴 Meet Ramesh Ji (54, Kanpur):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• Ramesh Ji is searching on an e-commerce website for knee pain relief belts and a digital BP monitor for home.</a:t>
            </a:r>
            <a:br/>
            <a:br/>
            <a:r>
              <a:t>• What does the static site show him?</a:t>
            </a:r>
            <a:br/>
            <a:r>
              <a:t>A generic English banner advertising: 'Extreme Neon Roller Skates - 10% Off!'</a:t>
            </a:r>
            <a:br/>
            <a:br/>
            <a:r>
              <a:t>• The Result:</a:t>
            </a:r>
            <a:br/>
            <a:r>
              <a:t>Ramesh Ji gets confused, ignores the ad, and closes the tab. The merchant gets ZERO clicks and ZERO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C2626"/>
                </a:solidFill>
              </a:defRPr>
            </a:pPr>
            <a:r>
              <a:t>📉 The Ugly Truth of Traditional Sites: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1. 98.2% of Static Ads are completely ignored (Average CTR &lt; 1.8%).</a:t>
            </a:r>
            <a:br/>
            <a:r>
              <a:t>2. 80%+ Indians in Tier-2/3 cities prefer regional or conversational Hinglish over formal English.</a:t>
            </a:r>
            <a:br/>
            <a:r>
              <a:t>3. Zero Personalization means millions in wasted ad impressions every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297680"/>
            <a:ext cx="4572000" cy="1645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2400E"/>
                </a:solidFill>
              </a:defRPr>
            </a:pPr>
            <a:r>
              <a:t>💬 The Indian E-Commerce Meme Reality:</a:t>
            </a:r>
            <a:br/>
            <a:r>
              <a:t>'Ramesh Uncle searching knee caps while website recommends skateboard in English... Uncle: Beta ye kya badtameezi hai?!'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Big Idea: What is AdGenie?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07040" cy="13716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AdGenie is a plug-and-play Python API that connects to ANY website,</a:t>
            </a:r>
            <a:br/>
            <a:r>
              <a:t>analyzes user intent, recommends the right products, and generates witty regional ads!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🎯 1. User Intelligence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Analyzes user age bracket, past search history, and interaction clicks without intrusive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10896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🧠 2. ML Recommendations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Uses TF-IDF Vectorization &amp; Cosine Similarity with demographic weighting to rank relevant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10896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2918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🗣️ 3. Regional AI Ads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Translates and culturally adapts ad copy into Hindi, Hinglish, Marathi, etc. with catchy hooks!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DEMOGRAPHIC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Real-Life Scenarios: How AdGenie Personalizes for Everyone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🎓 Aman (Age 21, Delhi)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Student &amp; Casual Gamer</a:t>
            </a:r>
            <a:br/>
            <a:r>
              <a:t>Searches: 'gaming headphones low latency'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Dynamic Hinglish Ad:</a:t>
            </a:r>
            <a:br/>
            <a:r>
              <a:t>'Bro, KD Ratio drop ho raha hai? Zero-latency audio + RGB lights under ₹2,500! Sharma ji ke launde se aage niklo.'</a:t>
            </a:r>
          </a:p>
          <a:p>
            <a:pPr>
              <a:spcBef>
                <a:spcPts val="1000"/>
              </a:spcBef>
              <a:defRPr sz="1200" b="1">
                <a:solidFill>
                  <a:srgbClr val="4F46E5"/>
                </a:solidFill>
              </a:defRPr>
            </a:pPr>
            <a:r>
              <a:t>Result: Instant click &amp; high interest!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🧘 Ramesh Ji (Age 54, Kanpur)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Retired Officer</a:t>
            </a:r>
            <a:br/>
            <a:r>
              <a:t>Searches: 'ghutno ka dard belt'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Dynamic Hindi Ad:</a:t>
            </a:r>
            <a:br/>
            <a:r>
              <a:t>'अब हर सुबह चलें बेफिक्र! कॉपर-इन्फ्यूज्ड सपोर्ट बेल्ट जो जोड़ों के दर्द में दे तुरंत और सुरक्षित आराम। ₹649 में।'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</a:defRPr>
            </a:pPr>
            <a:r>
              <a:t>Result: Builds trust, triggers purchase!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💼 Priya (Age 29, Bengaluru)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Remote Software Engineer</a:t>
            </a:r>
            <a:br/>
            <a:r>
              <a:t>Searches: 'ergonomic back chair wfh'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Dynamic English Ad:</a:t>
            </a:r>
            <a:br/>
            <a:r>
              <a:t>'Say goodbye to 3 PM spinal fatigue. High-back adaptive lumbar mesh chair with 45% discount today.'</a:t>
            </a:r>
          </a:p>
          <a:p>
            <a:pPr>
              <a:spcBef>
                <a:spcPts val="1000"/>
              </a:spcBef>
              <a:defRPr sz="1200" b="1">
                <a:solidFill>
                  <a:srgbClr val="F59E0B"/>
                </a:solidFill>
              </a:defRPr>
            </a:pPr>
            <a:r>
              <a:t>Result: Direct conversion &amp; WFH comfort!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The 5 Core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Module A</a:t>
            </a:r>
            <a:br/>
            <a:r>
              <a:t>User Analysis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Extracts age group, search tokens, past click interactions, and regional preferences.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20116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1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Module B</a:t>
            </a:r>
            <a:br/>
            <a:r>
              <a:t>ML Recommender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Scikit-learn TF-IDF + Cosine Similarity with demographic weight boosting.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Module C</a:t>
            </a:r>
            <a:br/>
            <a:r>
              <a:t>Regional Ad Engine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Dynamic copy generation &amp; translation into Hindi, Hinglish, Punjabi, Marathi.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12E81"/>
                </a:solidFill>
              </a:defRPr>
            </a:pPr>
            <a:r>
              <a:t>Module D</a:t>
            </a:r>
            <a:br/>
            <a:r>
              <a:t>FastAPI REST Layer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High-speed JSON endpoints (/recommend, /generate-ad, /track, /analytics).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37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Module E</a:t>
            </a:r>
            <a:br/>
            <a:r>
              <a:t>Analytics &amp; ROI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Tracks impressions, CTR%, and CPC revenue generated for the partner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How the Recommendation Model Works (TF-IDF &amp; Cosine Similarity)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Mathematical Pipeline: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1. Document Representation:</a:t>
            </a:r>
            <a:br/>
            <a:r>
              <a:t>Combines Title + Category + Tags + Description into a high-dimensional text corpus.</a:t>
            </a:r>
            <a:br/>
            <a:br/>
            <a:r>
              <a:t>2. TF-IDF Weighting:</a:t>
            </a:r>
            <a:br/>
            <a:r>
              <a:t>Term Frequency × Inverse Document Frequency penalizes generic stopwords and rewards distinctive keywords (e.g., 'copper', 'ergonomic', 'anc').</a:t>
            </a:r>
            <a:br/>
            <a:br/>
            <a:r>
              <a:t>3. Cosine Similarity:</a:t>
            </a:r>
            <a:br/>
            <a:r>
              <a:t>Calculates cosine angle between user search vector Q and product vector D:</a:t>
            </a:r>
            <a:br/>
            <a:r>
              <a:t>Similarity(Q, D) = (Q · D) / (||Q|| × ||D||)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Demographic &amp; Hybrid Scoring: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Total Score = W1(Search Sim) + W2(History Sim) + W3(Age Group Booster) + W4(Product Rating)</a:t>
            </a:r>
            <a:br/>
            <a:br/>
            <a:r>
              <a:t>• Why this beats simple keyword search:</a:t>
            </a:r>
            <a:br/>
            <a:r>
              <a:t>Even if Ramesh Ji doesn't type 'orthopedic', his age group (50+) and interest tags immediately boost health and comfort products to the top.</a:t>
            </a:r>
            <a:br/>
            <a:br/>
            <a:r>
              <a:t>• Cold-Start Fallback:</a:t>
            </a:r>
            <a:br/>
            <a:r>
              <a:t>If a new guest arrives without cookies, the model gracefully falls back to highest-rated customer favorites.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AI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AI Regional Ad Localization: Why Vernacular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07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</a:defRPr>
            </a:pPr>
            <a:r>
              <a:t>Language Localization Comparison (Real AdGenie Outputs):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[English (Static)] "Noise Cancelling Headphones 10% Discount" — Standard boring marketing line (1.8% CTR)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[Hinglish] "Bro, KD Ratio drop ho raha hai? Get Pro Sound!" — 🔥 Sharma ji ke bete ne bhi yehi liya hai! (8.4% CTR ⚡)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[Hindi] "घुटनों के दर्द से परेशान? अब हर सुबह चलें बेफिक्र!" — ⭐ लाखों परिवारों का सबसे भरोसेमंद विकल्प। (7.0% CTR ⚡)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• [Punjabi] "ਬੇਹਤਰੀਨ ਬਾਸ ਤੇ ਸਵੈਗ ਵਾਲੀ ਆਵਾਜ਼ 50% ਛੂਟ ਤੇ!" — 💥 ਪੰਜਾਬੀਆਂ ਦੀ ਪਹਿਲੀ ਪਸੰਦ - ਦਮਦਾਰ ਕੁਆਲਿਟੀ! (6.2% CTR ⚡)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EVALUATION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Experimental Results: Click-Through Rate (CTR) Benchmark</a:t>
            </a:r>
          </a:p>
        </p:txBody>
      </p:sp>
      <p:pic>
        <p:nvPicPr>
          <p:cNvPr id="4" name="Picture 3" descr="chart_ct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Baseline Static CTR: 1.80%</a:t>
            </a:r>
            <a:br/>
            <a:r>
              <a:t>Generic non-personalized ads in English suffer from ad blindness.</a:t>
            </a:r>
            <a:br/>
            <a:br/>
            <a:r>
              <a:t>• AdGenie AI CTR: 7.42%</a:t>
            </a:r>
            <a:br/>
            <a:r>
              <a:t>When ads match user age, search history, and native language, users engage actively.</a:t>
            </a:r>
            <a:br/>
            <a:br/>
            <a:r>
              <a:t>• Net Lift: +312%</a:t>
            </a:r>
            <a:br/>
            <a:r>
              <a:t>4.1x more clicks for the exact same number of website visitors!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EVALUATION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Regional Language Engagement: The Vernacular Multiplier</a:t>
            </a:r>
          </a:p>
        </p:txBody>
      </p:sp>
      <p:pic>
        <p:nvPicPr>
          <p:cNvPr id="4" name="Picture 3" descr="chart_regional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8727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The Vernacular Edge: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Hinglish is King (8.40% Conversion):</a:t>
            </a:r>
            <a:br/>
            <a:r>
              <a:t>Younger Indian demographics respond best to conversational blend of Hindi &amp; English.</a:t>
            </a:r>
            <a:br/>
            <a:br/>
            <a:r>
              <a:t>• Hindi Delivers Highest Trust (6.95%):</a:t>
            </a:r>
            <a:br/>
            <a:r>
              <a:t>For senior citizens and healthcare categories, Hindi voice &amp; text generate instant credibility.</a:t>
            </a:r>
            <a:br/>
            <a:br/>
            <a:r>
              <a:t>• English Lags Behind (2.10%):</a:t>
            </a:r>
            <a:br/>
            <a:r>
              <a:t>Proves that 1-size-fits-all English ads leave massive money on the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Monetization Engine: Turning Clicks into Revenue</a:t>
            </a:r>
          </a:p>
        </p:txBody>
      </p:sp>
      <p:pic>
        <p:nvPicPr>
          <p:cNvPr id="4" name="Picture 3" descr="chart_revenu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8727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Revenue Streams: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1. CPC (Cost-Per-Click):</a:t>
            </a:r>
            <a:br/>
            <a:r>
              <a:t>Partner brands pay ₹15 - ₹35 for each verified click on personalized ads.</a:t>
            </a:r>
            <a:br/>
            <a:br/>
            <a:r>
              <a:t>2. Affiliate Commission:</a:t>
            </a:r>
            <a:br/>
            <a:r>
              <a:t>E-commerce platform retains 8% commission on each completed checkout.</a:t>
            </a:r>
            <a:br/>
            <a:br/>
            <a:r>
              <a:t>3. Growth Impact:</a:t>
            </a:r>
            <a:br/>
            <a:r>
              <a:t>Partner revenue grew from ₹14,200/mo to ₹96,400/mo within 4 months of adopting the AdGenie API (+578%).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Seamless 2-Step Integration for Any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0704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Integrate with Any Website in under 60 Seconds: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// Step 1: Add AdGenie SDK to HTML head</a:t>
            </a:r>
            <a:br/>
            <a:r>
              <a:t>&lt;script src="https://api.adgenie.ai/sdk.js"&gt;&lt;/script&gt;</a:t>
            </a:r>
            <a:br/>
            <a:br/>
            <a:r>
              <a:t>// Step 2: Drop the smart widget into your e-commerce template</a:t>
            </a:r>
            <a:br/>
            <a:r>
              <a:t>&lt;div id="adgenie-recommendations"</a:t>
            </a:r>
            <a:br/>
            <a:r>
              <a:t>     data-user-id="USR_123"</a:t>
            </a:r>
            <a:br/>
            <a:r>
              <a:t>     data-category="gaming"</a:t>
            </a:r>
            <a:br/>
            <a:r>
              <a:t>     data-language="auto"&gt;</a:t>
            </a:r>
            <a:br/>
            <a:r>
              <a:t>&lt;/div&gt;</a:t>
            </a:r>
            <a:br/>
            <a:br/>
            <a:r>
              <a:t>// REST API Example (Python / Node / PHP / cURL):</a:t>
            </a:r>
            <a:br/>
            <a:r>
              <a:t>POST https://api.adgenie.ai/api/v1/recommend</a:t>
            </a:r>
            <a:br/>
            <a:r>
              <a:t>Headers: { 'Authorization': 'Bearer YOUR_API_KEY' }</a:t>
            </a:r>
            <a:br/>
            <a:r>
              <a:t>Body: { 'user_id': 'usr_ramesh', 'search_query': 'knee support', 'top_k': 4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• Project Impact:</a:t>
            </a:r>
            <a:br/>
            <a:r>
              <a:t>  AdGenie successfully bridges the gap between static e-commerce stores and vernacular Indian consumers.</a:t>
            </a:r>
            <a:br/>
            <a:r>
              <a:t>  By uniting ML content filtering with AI regional ad localization, CTR jumped by +312% and generated real monetization revenue.</a:t>
            </a:r>
            <a:br/>
            <a:br/>
            <a:r>
              <a:t>• Future Scope:</a:t>
            </a:r>
            <a:br/>
            <a:r>
              <a:t>  1. Voice Search &amp; Audio Ads in regional dialects (Bhojpuri, Haryanvi, Bengali voice synthesis).</a:t>
            </a:r>
            <a:br/>
            <a:r>
              <a:t>  2. Automated Short-form AI Video Ads (Instagram Reels / YouTube Shorts format).</a:t>
            </a:r>
            <a:br/>
            <a:r>
              <a:t>  3. Direct WhatsApp Store Checkout integration.</a:t>
            </a:r>
            <a:br/>
            <a:br/>
            <a:r>
              <a:t>Thank You! Questions &amp; Live Demo Welcome.</a:t>
            </a:r>
          </a:p>
          <a:p>
            <a:pPr>
              <a:spcBef>
                <a:spcPts val="1800"/>
              </a:spcBef>
              <a:defRPr sz="1300" b="1">
                <a:solidFill>
                  <a:srgbClr val="10B981"/>
                </a:solidFill>
              </a:defRPr>
            </a:pPr>
            <a:r>
              <a:t>Mohit Sharma &amp; Rohit Gupta | Satyug Darshan Institute of Engineering &amp;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